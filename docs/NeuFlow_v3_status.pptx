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ground truth.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22,232 synthetic pairs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 roads, no vehicles, and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 shared statistics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evaluation domain.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2.28 px EPE on VKITTI2 -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both, mixed in every batch (best model)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had failed at 2.50 px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2.18 px EPE.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76.4% 1 px accuracy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89.6% 3 px accuracy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