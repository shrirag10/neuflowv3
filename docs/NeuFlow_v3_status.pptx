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untrained, EPE 2.26 px</a:t>
            </a:r>
          </a:p>
        </p:txBody>
      </p:sp>
      <p:pic>
        <p:nvPicPr>
          <p:cNvPr id="14" name="Picture 13" descr="scene_v3_untrai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No decoder training at all: the bilinear-prior init already produces usable flow (2.48 px EPE over the full validation set,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0.15 px behind v2), with querying functional and exact. Every training run afterwards had to beat this to be accepted.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(VKITTI2-trained), EPE 2.07 px</a:t>
            </a:r>
          </a:p>
        </p:txBody>
      </p:sp>
      <p:pic>
        <p:nvPicPr>
          <p:cNvPr id="14" name="Picture 13" descr="scene_v3_vkitti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Trained on 12,726 pairs: six VKITTI2 weather variants that share identical flow ground truth. Full-set result 2.39 px EPE,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first checkpoint to improve on its own initialization, with no late-training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and evaluated on FlyingChairs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Input, chairs val 00006</a:t>
            </a:r>
          </a:p>
        </p:txBody>
      </p:sp>
      <p:pic>
        <p:nvPicPr>
          <p:cNvPr id="5" name="Picture 4" descr="chairs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7440"/>
            <a:ext cx="2670048" cy="20025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chairs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2377440"/>
            <a:ext cx="2670048" cy="20025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38728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v2, EPE 1.42 px</a:t>
            </a:r>
          </a:p>
        </p:txBody>
      </p:sp>
      <p:pic>
        <p:nvPicPr>
          <p:cNvPr id="11" name="Picture 10" descr="chair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77440"/>
            <a:ext cx="2670048" cy="200253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91656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v3 (chairs), EPE 1.35 px</a:t>
            </a:r>
          </a:p>
        </p:txBody>
      </p:sp>
      <p:pic>
        <p:nvPicPr>
          <p:cNvPr id="14" name="Picture 13" descr="chair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4" y="2377440"/>
            <a:ext cx="2670048" cy="20025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244584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Across the 640 held-out chairs validation pairs: v2 2.24 px EPE (78.7% within 1 px), chairs-trained v3 2.40 px (76.6%).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same model transfers to VKITTI2 driving scenes at 2.28 px, below v2 there, without ever seeing a road in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 (best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(mixed), EPE 2.06 px</a:t>
            </a:r>
          </a:p>
        </p:txBody>
      </p:sp>
      <p:pic>
        <p:nvPicPr>
          <p:cNvPr id="14" name="Picture 13" descr="scene_v3_mix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Both datasets sampled together in every batch (34,958 pairs), evaluated on held-out VKITTI2: 2.18 px EPE, 6% better than v2,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76.4% within 1 px (v2: 77.6) and 3 px accuracy at parity. Sequential finetuning had failed at 2.50 px; joint sampling keeps both strengths.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video: motion detection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0405"/>
          </a:xfrm>
          <a:prstGeom prst="rect">
            <a:avLst/>
          </a:prstGeom>
        </p:spPr>
      </p:pic>
      <p:pic>
        <p:nvPicPr>
          <p:cNvPr id="5" name="Picture 4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6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 in the GUI: mean 29.8 FPS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end to end with motion boxes on the moving vehicles. The resource graphs were sampled during the same run; GPU memory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stays flat at 769 MB because one cached backbone state serves every interaction.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V3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Attacking the frozen front-end: v3 sparse from 30 to 42 FPS</a:t>
            </a:r>
          </a:p>
        </p:txBody>
      </p:sp>
      <p:pic>
        <p:nvPicPr>
          <p:cNvPr id="4" name="Picture 3" descr="v2_speedup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835640" cy="34015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v3 inherits its 33 ms coarse pass from v2; 62% of it is refinement iterations that stop paying after four. At (2,4), sparse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mode runs 41.8 FPS (52% faster than v2 full frame) at better accuracy. Dense mode was rebuilt: window projections folded into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per-image convs (exact), fusion on the 1/8 grid, stride-2 decode. Full-frame v3: 29.9 ms vs v2 36.4 ms at equal EPE (2.284 vs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2.288), or 39.6 ms at clearly better EPE (2.245). v3 now beats v2 on its own dense workload. Gap left: 1px acc (75.7 vs 77.4).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Critical audit and clean rebuild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Every result was re-derived from first principles and tagged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VERIFIED, APPROXIMATION, PENDING, or WRONG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(docs/v3_rebuild_audit.md).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Found and corrected: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  Training-data confound: v3-mixed saw VKITTI2-domain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data, v2 did not. Accuracy wins are now claimed only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where fair (chairs-only transfer; speed at equal EPE).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  Subset numbers promoted too early. All headline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numbers now come from the full 1,174-pair set.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3.  The decoder was rewritten as one unified compute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path (conv-form projections). Regression test: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output identical to 4 decimals before retraining.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Full-set results after rebuild (VKITTI2 Scene18+20):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NeuFlow v2               2.324 px    37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rebuild, (2,4)        2.234 px    28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rebuild, (1,8)        2.095 px    38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now offers both: faster at better EPE, or equal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latency at 10% better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Still true and stated: 1 px accuracy trails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(76.5% vs 77.6%); the accuracy comparison carries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domain confound until the fair-mix run lands.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SCALE-UP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HPC (Explorer): operational; results pending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Cluster setup completed and verified end to end: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Environment reproducible from one script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All four datasets staged on /scratch: FlyingChairs,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VKITTI2 (all 5 scenes), MPI-Sintel, Spring (61 GB,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train split, left camera + forward flow)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GPU partition includes H200s (8 h job limit)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Checkpoints every 5K steps; evaluation runs 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the cluster with the same full-set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Three jobs queued; what each answers: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  grand-mix (chairs+VKITTI2+Sintel, batch 16, 100K):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the fair-comparison run, removes the domain confound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  rebuild-big (batch 16, 100K): does scale alone beat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the laptop result (2.095)?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3.  spring (adds Spring at 1080p): high-resolution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training toward the 4K-GT evaluation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 numbers yet. Nothing here is claimed as a result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until the full-set evaluation of each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Best full-set: 2.095 px vs 2.324 (10% better) at equal latency, or 2.234 px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while 24% faster. Caveat stated openly: v3 training saw VKITTI2-domain data, v2 did not; the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confound-free verdict comes from the grand-mix HPC run. 1 px accuracy still trails (76.5 vs 77.6).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Sparse: 800 answers at 23.9 ms (41.8 FPS), repeat queries ~20x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cheaper than v2 recomputing. Dense: 28 ms vs v2 36 ms after the decoder rework. 13% fewer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parameters. Edge validation on a Jetson remains pending; all numbers are RTX 4060.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