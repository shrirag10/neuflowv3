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37744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20242B"/>
                </a:solidFill>
                <a:latin typeface="Calibri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2004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F4E79"/>
                </a:solidFill>
                <a:latin typeface="Calibri"/>
              </a:rPr>
              <a:t>Queryable optical flow for edge devices — status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0233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7B838F"/>
                </a:solidFill>
                <a:latin typeface="Calibri"/>
              </a:rPr>
              <a:t>Frozen NeuFlow v2 pipeline + implicit convex-weight decoder</a:t>
            </a:r>
          </a:p>
          <a:p>
            <a:r>
              <a:rPr sz="1300" b="0">
                <a:solidFill>
                  <a:srgbClr val="7B838F"/>
                </a:solidFill>
                <a:latin typeface="Calibri"/>
              </a:rPr>
              <a:t>Shriman Raghav Srinivasan · MS Robotics, Northeastern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What NeuFlow v2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0242B"/>
                </a:solidFill>
                <a:latin typeface="Calibri"/>
              </a:rPr>
              <a:t>Real-time optical flow for edge devices (Zhang, Gupta, Jiang, Singh).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1. Shallow CNN backbone: features at 1/8 and 1/16 scale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2. Cross-attention + global matching at 1/16: initial flow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3. Lightweight recurrent refinement (1 + 8 iterations)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4. Convex upsampler: learned 3x3 blending on a fixed 8x grid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10-70x faster than SOTA at comparable accuracy;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&gt;20 FPS at 512x384 on Jetson Orin Nano.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Measured on our setup (RTX 4060, 384x1248, fp16):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37 ms per frame pair · 9.03M params · 2.32 px EPE on VKITTI2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60020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0242B"/>
                </a:solidFill>
                <a:latin typeface="Calibri"/>
              </a:rPr>
              <a:t>The structural limit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Output is a dense, fixed-resolution map.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Every pixel is always computed, whether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needed or not, and only at input resolution.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Registration, sparse tracking, and mapping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often need flow at a few hundred chosen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points — not 479,000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v2 is the right backbone for edge flow; the upsampler is the part worth replacing.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v3: replace the upsampler with a queryable implicit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20242B"/>
                </a:solidFill>
                <a:latin typeface="Calibri"/>
              </a:rPr>
              <a:t>Kept (frozen, untouched): backbone, attention, matching,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refinement — everything through the 1/8 coarse flow.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Replaced: the convex upsampler becomes an MLP decoder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answering "what is the flow at this exact (x, y)?"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Decoder inputs per query: 3x3 local windows of 4 feature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sources (context, 1/8, 1/16, flow-warped frame-1 features),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gated hierarchical fusion (InfiniDepth).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Head (AnyFlow-style): softmax weights over the 3x3 coarse-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flow neighborhood + bilinear candidate. Bounded output —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cannot hallucinate flow. Init reproduces bilinear exactly.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New: Fourier encoding of the sub-cell offset (sub-pixel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awareness) — measured: no effect (2.29 EPE, 69.7% 1px = no-PE run); sub-cell position is NOT the 1px bottleneck.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60020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0242B"/>
                </a:solidFill>
                <a:latin typeface="Calibri"/>
              </a:rPr>
              <a:t>Why it fits edge devices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Cost is O(N queries), not O(H x W).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Two-pass API: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infer_coarse_state(): 33 ms, once per pair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decode_queries(): 1.6 ms per &lt;=2k points,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repeatable without re-running the backbone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7.83M params — smaller than v2 (9.03M).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~2.2 GB VRAM at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Same trusted front-end; only the output stage changes — from fixed map to on-demand queries.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RESULT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What you get without training anything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5852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0">
                <a:solidFill>
                  <a:srgbClr val="20242B"/>
                </a:solidFill>
                <a:latin typeface="Calibri"/>
              </a:rPr>
              <a:t>The decoder head is initialized so an untrained v3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exactly reproduces bilinear upsampling of the coarse flow.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Untrained v3, measured on VKITTI2 Scene18+20: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     2.48 px EPE   (v2: 2.32 — only +0.15)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     74.7% of pixels within 1px  (v2: 77.6%)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And the query mechanism is exact: decoding N sparse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points matches the dense output at those points to</a:t>
            </a:r>
          </a:p>
          <a:p>
            <a:r>
              <a:rPr sz="1350" b="0">
                <a:solidFill>
                  <a:srgbClr val="20242B"/>
                </a:solidFill>
                <a:latin typeface="Calibri"/>
              </a:rPr>
              <a:t>0.00 px, at O(N)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0242B"/>
                </a:solidFill>
                <a:latin typeface="Calibri"/>
              </a:rPr>
              <a:t>Why this matters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Queryability is nearly free before any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training: +0.15 px EPE buys sparse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on-demand flow at ~35 ms total.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Every training experiment is measured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against this 2.48 baseline — training</a:t>
            </a:r>
          </a:p>
          <a:p>
            <a:r>
              <a:rPr sz="1300" b="0">
                <a:solidFill>
                  <a:srgbClr val="20242B"/>
                </a:solidFill>
                <a:latin typeface="Calibri"/>
              </a:rPr>
              <a:t>must beat "doing nothing."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The architecture change alone delivers the capability; training only has to buy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RESULT 2 OF 3  ·  VKITTI2 SCENE18+20, 1174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Training the decoder: what each dataset contributes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9164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0242B"/>
                </a:solidFill>
                <a:latin typeface="Calibri"/>
              </a:rPr>
              <a:t>VKITTI2 only (12.7k pairs, 6 weather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variants): 2.39 — first run to beat its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own initialization.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FlyingChairs only (22.2k pairs): 2.27 —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beats v2 without seeing a single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driving frame. Large synthetic motion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crushes the error tail.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Sequential finetune: 2.50 — forgets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chairs robustness. Fix: mixed-dataset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training (next).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Open gap: 1px accuracy 69.7-74.7%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vs v2 77.6% -&gt; Fourier PE ablation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(measured: no effect (2.29 EPE, 69.7% 1px = no-PE run); sub-cell position is NOT the 1px bottleneck).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VISUAL RESULTS  ·  VKITTI2 SCENE18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Seeing the output: dense fields and sparse queries</a:t>
            </a:r>
          </a:p>
        </p:txBody>
      </p:sp>
      <p:pic>
        <p:nvPicPr>
          <p:cNvPr id="4" name="Picture 3" descr="sparse_qu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7498079" cy="2499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60020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0242B"/>
                </a:solidFill>
                <a:latin typeface="Calibri"/>
              </a:rPr>
              <a:t>300 corner-detected queries,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decoded in ONE 1.6 ms call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(0.05% of a dense field).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Arrow color = flow magnitude.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Left roadside streams left,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right side streams right —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forward ego-motion, correctly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recovered per 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206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B838F"/>
                </a:solidFill>
                <a:latin typeface="Calibri"/>
              </a:rPr>
              <a:t>Full-field comparisons (input / GT / v2 / v3 / error maps): results/visuals/compare_0.png, compare_1.png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v3 flow fields are structurally clean; both models fail in the same hard regions (dense foliage).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RESULT 3 OF 3  ·  RTX 4060 LAPTOP 8GB, FP16, 384x1248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Compute: v2 vs v3</a:t>
            </a:r>
          </a:p>
        </p:txBody>
      </p:sp>
      <p:pic>
        <p:nvPicPr>
          <p:cNvPr id="4" name="Picture 3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7863840" cy="3214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78240" y="1691640"/>
            <a:ext cx="2743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0242B"/>
                </a:solidFill>
                <a:latin typeface="Calibri"/>
              </a:rPr>
              <a:t>Params: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9.03M (v2)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7.83M (v3)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Sparse v3 costs the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same as v2 dense —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but extra queries on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a processed pair are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~20x cheaper than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v2 recomputing.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v3 dense (327 ms) is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not the use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8064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For sparse workloads (registration, tracking, mapping) v3 is strictly cheaper; parity latency, fewer params, O(N) scaling.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How querying works — sizes, API, interactivity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760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0242B"/>
                </a:solidFill>
                <a:latin typeface="Calibri"/>
              </a:rPr>
              <a:t>Query = one continuous (x, y). N is free: 1 click to 479,232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(= dense at 384x1248). Sub-pixel coords are first-class.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state = model.infer_coarse_state(img0, img1)   # 33 ms, once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flow  = model.decode_queries(state, query_coords=q)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        # q: [B, N, 2] pixels -&gt; [B, N, 2] flow, 1.6 ms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        # or target_h/w (any resolution), or adaptive_n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94760"/>
            <a:ext cx="5760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0242B"/>
                </a:solidFill>
                <a:latin typeface="Calibri"/>
              </a:rPr>
              <a:t>Training setup: batch 4 (8 GB VRAM) · 4,096 queries/image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(3.1% of crop, half at motion boundaries) · datasets: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VKITTI2 6-variant (12,726 pairs) + FlyingChairs (22,232)</a:t>
            </a:r>
          </a:p>
          <a:p>
            <a:r>
              <a:rPr sz="1200" b="0">
                <a:solidFill>
                  <a:srgbClr val="20242B"/>
                </a:solidFill>
                <a:latin typeface="Calibri"/>
              </a:rPr>
              <a:t>· AdamW OneCycle 2e-4 · backbone frozen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846320" cy="14632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9184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0242B"/>
                </a:solidFill>
                <a:latin typeface="Calibri"/>
              </a:rPr>
              <a:t>Interactive query selector (PyQt5, working):</a:t>
            </a:r>
          </a:p>
          <a:p>
            <a:r>
              <a:rPr sz="1100" b="0">
                <a:solidFill>
                  <a:srgbClr val="20242B"/>
                </a:solidFill>
                <a:latin typeface="Calibri"/>
              </a:rPr>
              <a:t>click = flow at that pixel in ~1.6 ms; G = 32x32 grid.</a:t>
            </a:r>
          </a:p>
          <a:p>
            <a:r>
              <a:rPr sz="1100" b="0">
                <a:solidFill>
                  <a:srgbClr val="20242B"/>
                </a:solidFill>
                <a:latin typeface="Calibri"/>
              </a:rPr>
              <a:t>Viable precisely because of the two-pass API —</a:t>
            </a:r>
          </a:p>
          <a:p>
            <a:r>
              <a:rPr sz="1100" b="0">
                <a:solidFill>
                  <a:srgbClr val="20242B"/>
                </a:solidFill>
                <a:latin typeface="Calibri"/>
              </a:rPr>
              <a:t>v2 would recompute the full frame per click.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scripts/query_gui.py demonstrates flow-on-demand; the same API serves robots and humans.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Better EPE at less compute, edge-capable — where we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515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0242B"/>
                </a:solidFill>
                <a:latin typeface="Calibri"/>
              </a:rPr>
              <a:t>Beat v2 mean EPE                        DONE — 2.275 vs 2.324 (chairs-only training)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Less compute (sparse use case)          DONE — ~35 ms total, O(N) queries, 13% fewer params, 2.2 GB VRAM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Sub-pixel precision parity (1px acc)    OPEN — PE ablation was null: gap is not positional signal.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                                        Next hypothesis: 1/8 coarse-flow resolution bound; test via vkitti2+PE or finer scale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Combine chairs + vkitti2 strengths      NEXT — mixed-dataset training (forgetting measured and understood)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Edge-device validation                  NEXT — Jetson Orin benchmark of the two-pass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Two of three headline objectives are met; the remaining gap is quantified and has a targeted fix in flight.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ANTICIPATED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First-principles 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789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20242B"/>
                </a:solidFill>
                <a:latin typeface="Calibri"/>
              </a:rPr>
              <a:t>Why is flow queryable at continuous coords?  Bilinear feature interpolation + an MLP = a function defined at every real (x, y).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Why freeze the backbone?  Joint training needs ~800K steps (InfiniDepth); at 30K the decoder chases moving features and diverges.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Is sparse an approximation?  No — the identical function at fewer points; matches dense to 0.00 px at the same coordinates.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Why does chairs training beat driving-data training on driving data?  Diverse large motions fix the error tail; 5 scenes teach memorization.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If sparse is fast, why is dense slow?  Dense = 479k MLP calls (~293 ms); v2 upsampling is one fused conv. Dense is not the use case.</a:t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250" b="0">
                <a:solidFill>
                  <a:srgbClr val="20242B"/>
                </a:solidFill>
                <a:latin typeface="Calibri"/>
              </a:rPr>
              <a:t>What limits 1px accuracy?  The head could not see the sub-cell position — exactly what the Fourier PE ablation injects.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Full FAQ + derivations: docs/NeuFlow_v3_Report.md sections 5-6.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4E79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0242B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0242B"/>
                </a:solidFill>
                <a:latin typeface="Calibri"/>
              </a:rPr>
              <a:t>1. Fourier PE ablation — same chairs recipe, +sub-cell encoding; targets 1px accuracy directly.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2. Mixed chairs + vkitti2_all training — one dataloader change; expected to hold 2.27 EPE while recovering precision.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3. Jetson Orin benchmark — the O(N) story is strongest where dense flow cannot run at all.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4. Thesis experiments — registration/mapping demo on advisor-provided survey imagery; Spring dataset for</a:t>
            </a:r>
          </a:p>
          <a:p>
            <a:r>
              <a:rPr sz="1400" b="0">
                <a:solidFill>
                  <a:srgbClr val="20242B"/>
                </a:solidFill>
                <a:latin typeface="Calibri"/>
              </a:rPr>
              <a:t>    above-input-resolution querying (GT at 2x input resolution — a test only queryable decoders can take natively).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4E79"/>
                </a:solidFill>
                <a:latin typeface="Calibri"/>
              </a:rPr>
              <a:t>Takeaway   The architecture is validated; remaining work is training composition and edge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NeuFlow v3  · 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B838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