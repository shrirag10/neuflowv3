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Calibri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Calibri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A frozen NeuFlow v2 pipeline extended with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flow queries at arbitrary continuous coordinates in O(N) time.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Shriman Raghav Srinivasan · MS Robotics, Northeastern University ·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The problem, from first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Optical flow answers one question: for a pixel in frame t,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where is it in frame t+1?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Every modern network answers it for all pixels at once,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as a dense, fixed-resolution map. That design assumes the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consumer wants every pixel. Many downstream tasks do not: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Image registration needs hundreds of correspondences,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    at well-textured locations of its own choosing.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Sparse tracking needs flow at feature points only.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Mapping pipelines need correspondences in survey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    overlap regions, often at sub-pixel positions.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On edge hardware, computing 479,000 answers to serve 800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questions 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The proposition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Keep the part of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(backbone, matching, refinement — frozen, unchanged).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Replace only its final stage: instead of a fixed 8×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upsampler that always produces a full map, attach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decoder that evaluates flow at requested coordinates.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Cost then scales with the number of questions asked,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O(N), rather than with image area, O(H×W).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contribution is a new operating point — accuracy, compute, and resolution decoupled — not a leaderboard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METHOD · ALGORITHM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What is inherited, and what is replaced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Calibri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Calibri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Calibri"/>
              </a:rPr>
              <a:t>Identical to v2, weights frozen —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Calibri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One stage changes. Everything upstream of the 1/8-scale coarse flow is byte-identical to NeuFlow v2.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METHOD · THE IMPLICIT 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From a coordinate to a flow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Bounded output: the result is a weighted average of nearby coarse-flow values — a wrong weighting degrades gracefully;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it cannot produce an arbitrary value. (The previous unbounded head never trained above its own initialization.)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Exact initialization: bilinear interpolation is one weight setting, so the untrained decoder scores a measured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v2-equivalence: v2’s convex upsampler is the fixed-grid special case of this mechanism, so v2’s accuracy is reachable.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head predicts how to blend evidence, not the answer itself — the single design change that made training productive.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0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Before any training: the initialization is the first result</a:t>
            </a:r>
          </a:p>
        </p:txBody>
      </p:sp>
      <p:pic>
        <p:nvPicPr>
          <p:cNvPr id="4" name="Picture 3" descr="stage_untr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 zero trained decoder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weights, v3 reproduces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bilinear upsampling of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coarse flow: 2.48 px EPE,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0.15 px behind v2,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querying already functional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and exact.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Every subsequent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run is accepted only if it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improves on this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Queryability costs +0.15 px EPE before a single gradient step. Training must earn its keep against this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Training on the target domain: VKITTI2, six appearance variants</a:t>
            </a:r>
          </a:p>
        </p:txBody>
      </p:sp>
      <p:pic>
        <p:nvPicPr>
          <p:cNvPr id="4" name="Picture 3" descr="stage_vkitt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Six same-trajectory weather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variants share identical flow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ground truth — appearance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augmentation at no labeling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cost. 12,726 pairs.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2.39 px EPE: the first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checkpoint in this project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to improve on its own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initialization, with no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late-training collapse.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Limitation: five scenes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teach scene-specific detail;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error tail barely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A correct head plus sufficient data variety turned training from harmful to net-positive: 2.48 to 2.39 px.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Training out of domain: FlyingChairs only</a:t>
            </a:r>
          </a:p>
        </p:txBody>
      </p:sp>
      <p:pic>
        <p:nvPicPr>
          <p:cNvPr id="4" name="Picture 3" descr="stage_ch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22,232 synthetic pairs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 roads, no vehicles, and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 shared statistics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evaluation domain.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2.28 px EPE on VKITTI2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below NeuFlow v2 (2.32).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Motion diversity, not domain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familiarity, is what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decoder needed: varied large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displacements suppress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error tail that dominates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mean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Cost: 1 px accuracy drops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to 69.7% (v2: 77.6%).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decoder generalizes: trained without a single driving frame, it outperforms v2 on driving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3 OF 4 · BEST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Joint training on both datasets: the strengths combine</a:t>
            </a:r>
          </a:p>
        </p:txBody>
      </p:sp>
      <p:pic>
        <p:nvPicPr>
          <p:cNvPr id="4" name="Picture 3" descr="stage_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34,958 pairs, both datasets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sampled jointly in every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batch (sequential finetuning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had failed at 2.50 px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second dataset erased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first).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2.18 px EPE — 6% better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than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76.4% 1 px accuracy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within 1.2 points of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89.6% 3 px accuracy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at parity.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Chairs contributes tail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robustness; VKITTI2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contributes precision;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joint exposure keeps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best v3 model beats v2 on mean accuracy and matches its precision — while remaining queryable and smaller.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All training regimes against the v2 reference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reached 2.50 px —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by missing positional information —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Each experiment either improved the model or eliminated a hypothesis; none was wasted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EFFICIENCY · WHAT “SPARSE” AND “DENSE”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Compute cost under identical conditions (RTX 4060, fp16, 384×1248)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Dense output means the network computes flow for every pixel — 479,232 values for this input size —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then 1.6 ms per batch of up to ~2,000 points. The sparse values are not approximations —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v2 sells flow only by the full frame; v3 sells it by the question — at the same price for the first one and ~20× less for each after.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Querying in practice: sizes, API, and interactive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frame (479,232 at 384×1248).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Interactive tool (PyQt5, in the repository): click any pixel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for its flow; grid, boundary-adaptive, and dense-overlay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modes; CSV export. Feasible only because of the two-pass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design — every interaction reuses the cached backbone state.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same API serves a robot asking for 800 correspondences and a human inspecting one pixel.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Standing of the three stated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1 — exceed NeuFlow v2’s accuracy.  Met: 2.18 vs 2.32 px mean EPE (6% better) with mixed-dataset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training. Sub-pixel precision is within 1.2 points of v2 (76.4% vs 77.6%) and 3 px accuracy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2 — lower compute, edge-viable.  Met for the intended workload: sparse answers arrive at v2’s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full-frame latency with 13% fewer parameters and ~2.2 GB inference VRAM; repeated queries are ~20×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cheaper than v2 recomputation. Dense-output mode remains slower and is explicitly out of scope.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3 — capability that v2 cannot express.  Delivered: continuous-coordinate queries, resolution-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independent output, exact sparse/dense agreement, and an interactive demonstration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All three objectives are met or within measurement noise; remaining work is validation breadth, not capability.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NEXT STEPS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Planned validation, and what it requires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Request 1 —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tests above-input-resolution querying —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fixed-resolution network cannot even accept. The dataset’s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working 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v2 upsampled —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FlyingThings3D pretraining (the standard curriculum’s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Request 2 —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lab’s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slow motion, fine texture) —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Nadir UAV survey sequences with GPS/IMU tags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Vehicle navigation (DVL/INS) and camera calibration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Validation on public benchmarks is done on laptop hardware; both requests convert the method into thesis-scale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First-principles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freeze the backbone?  Joint training is a moving-target problem requiring ~800K steps at InfiniDepth’s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the decoder diverges chasing shifting features (observed directly). Freezing also guarantees v2’s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What limits sub-pixel accuracy?  Not positional information —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Full derivations and the complete question list: docs/NeuFlow_v3_Report.md, sections 5–6.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