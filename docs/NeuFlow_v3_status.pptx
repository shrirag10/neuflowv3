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A1A1A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333333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A frozen NeuFlow v2 pipeline extended with an implicit decoder that answers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flow queries at arbitrary continuous coordinates in O(N) time.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8A8A8A"/>
                </a:solidFill>
                <a:latin typeface="Calibri"/>
              </a:rPr>
              <a:t>Shriman Raghav Srinivasan · MS Robotics, Northeastern University ·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The problem, from first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Optical flow answers one question: for a pixel in frame t,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where is it in frame t+1?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Every modern network answers it for all pixels at once,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as a dense, fixed-resolution map. That design assumes the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consumer wants every pixel. Many downstream tasks do not: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Image registration needs hundreds of correspondences,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    at well-textured locations of its own choosing.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Sparse tracking needs flow at feature points only.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•  Mapping pipelines need correspondences in survey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    overlap regions, often at sub-pixel positions.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On edge hardware, computing 479,000 answers to serve 800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questions 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The proposition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Keep the part of NeuFlow v2 that understands motion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(backbone, matching, refinement — frozen, unchanged).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Replace only its final stage: instead of a fixed 8×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upsampler that always produces a full map, attach 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decoder that evaluates flow at requested coordinates.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Cost then scales with the number of questions asked,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O(N), rather than with image area, O(H×W).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contribution is a new operating point — accuracy, compute, and resolution decoupled — not a leaderboard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METHOD · ALGORITHM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What is inherited, and what is replaced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904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Calibri"/>
              </a:rPr>
              <a:t>NeuFlow v2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(t, t+1)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9514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features at 1/8, 1/16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399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4487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global matching (1/16)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66743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513832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1 + 8 iterations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76088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123176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at 1/8 scale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85431" y="224942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732520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Convex upsampler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fixed 8× grid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94776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341864" y="187451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Dense flow map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H × W, always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04120" y="224942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593591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Calibri"/>
              </a:rPr>
              <a:t>NeuFlow v3 (this work)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Image pair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(t, t+1)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514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CNN backbone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features at 1/8, 1/16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057399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904487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Cross-attention +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global matching (1/16)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66743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513832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Recurrent refinement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1 + 8 iterations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276088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123176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 flow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at 1/8 scale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85431" y="4352544"/>
            <a:ext cx="21945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732520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Implicit decoder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(next slide)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94776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41864" y="3977639"/>
            <a:ext cx="1353312" cy="749808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Flow at N requested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coordinates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04120" y="4352544"/>
            <a:ext cx="21945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641080" y="5029200"/>
            <a:ext cx="1536192" cy="50292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Queries (x, y) — any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continuous positions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9409176" y="4764024"/>
            <a:ext cx="0" cy="246888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2648" y="3849624"/>
            <a:ext cx="7936992" cy="1005840"/>
          </a:xfrm>
          <a:prstGeom prst="roundRect">
            <a:avLst>
              <a:gd name="adj" fmla="val 12000"/>
            </a:avLst>
          </a:prstGeom>
          <a:noFill/>
          <a:ln w="12700">
            <a:solidFill>
              <a:srgbClr val="1A1A1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0">
                <a:solidFill>
                  <a:srgbClr val="1A1A1A"/>
                </a:solidFill>
                <a:latin typeface="Calibri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89204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Calibri"/>
              </a:rPr>
              <a:t>Identical to v2, weights frozen — matching quality inherited, not retrained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A8A8A"/>
                </a:solidFill>
                <a:latin typeface="Calibri"/>
              </a:rPr>
              <a:t>replaced stage (dark)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One stage changes. Everything upstream of the 1/8-scale coarse flow is byte-identical to NeuFlow v2.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METHOD · THE IMPLICIT DECODER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From a coordinate to a flow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Query (x, y)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continuous pixel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44368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Sample 3×3 windows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from 4 feature maps: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context · 1/8 · 1/16 ·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warped frame-1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96896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202936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Gated hierarchical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fusion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(InfiniDepth Eq. 3)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855464" y="2811780"/>
            <a:ext cx="310895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61504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MLP → softmax over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9 neighbors + bilinear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candidate (AnyFlow)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14032" y="2811780"/>
            <a:ext cx="310896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720072" y="2377440"/>
            <a:ext cx="1874519" cy="868680"/>
          </a:xfrm>
          <a:prstGeom prst="roundRect">
            <a:avLst>
              <a:gd name="adj" fmla="val 12000"/>
            </a:avLst>
          </a:prstGeom>
          <a:solidFill>
            <a:srgbClr val="EFEFEF"/>
          </a:solidFill>
          <a:ln w="12700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Convex blend of local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coarse-flow values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Calibri"/>
              </a:rPr>
              <a:t>= flow(x, 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72599" y="2811780"/>
            <a:ext cx="310897" cy="0"/>
          </a:xfrm>
          <a:prstGeom prst="line">
            <a:avLst/>
          </a:prstGeom>
          <a:ln w="17780">
            <a:solidFill>
              <a:srgbClr val="1A1A1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65760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Properties by construction, not by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Bounded output: the result is a weighted average of nearby coarse-flow values — a wrong weighting degrades gracefully;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it cannot produce an arbitrary value. (The previous unbounded head never trained above its own initialization.)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Exact initialization: bilinear interpolation is one weight setting, so the untrained decoder scores a measured 2.48 px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v2-equivalence: v2’s convex upsampler is the fixed-grid special case of this mechanism, so v2’s accuracy is reachable.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head predicts how to blend evidence, not the answer itself — the single design change that made training productive.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0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Before any training: the initialization is the first result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 zero trained decoder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weights, v3 reproduces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bilinear upsampling of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coarse flow: 2.48 px EPE,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0.15 px behind v2,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querying already functional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and exact.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Every subsequent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run is accepted only if it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improves on this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Queryability costs +0.15 px EPE before a single gradient step. Training must earn its keep against this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Training on the target domain: VKITTI2, six appearance variants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Six same-trajectory weather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variants share identical flow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ground truth — appearance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augmentation at no labeling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cost. 12,726 pairs.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2.39 px EPE: the first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checkpoint in this project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to improve on its own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initialization, with no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late-training collapse.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Limitation: five scenes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teach scene-specific detail;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A correct head plus sufficient data variety turned training from harmful to net-positive: 2.48 to 2.39 px.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Training out of domain: FlyingChairs only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22,232 synthetic pairs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 roads, no vehicles, and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 shared statistics with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evaluation domain.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2.28 px EPE on VKITTI2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below NeuFlow v2 (2.32).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Motion diversity, not domain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familiarity, is what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decoder needed: varied large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displacements suppress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error tail that dominates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mean EPE.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Cost: 1 px accuracy drops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to 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decoder generalizes: trained without a single driving frame, it outperforms v2 on driving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STAGE 3 OF 4 · BEST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Joint training on both datasets: the strengths combine</a:t>
            </a:r>
          </a:p>
        </p:txBody>
      </p:sp>
      <p:pic>
        <p:nvPicPr>
          <p:cNvPr id="4" name="Picture 3" descr="stage_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34,958 pairs, both datasets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sampled jointly in every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batch (sequential finetuning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had failed at 2.50 px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second dataset erased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first).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2.18 px EPE — 6% better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than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76.4% 1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within 1.2 points of v2.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89.6% 3 px accuracy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at parity.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Chairs contributes tail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robustness; VKITTI2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contributes precision;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joint exposure keeps both.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best v3 model beats v2 on mean accuracy and matches its precision — while remaining queryable and smaller.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RESULTS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All training regimes against the v2 reference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Two informative negative results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Sequential finetuning (chairs, then VKITTI2)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reached 2.50 px — worse than either parent.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Joint sampling was the remedy, confirmed by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mixed result.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Fourier position encoding changed nothing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(2.288 vs 2.275 px; 1 px accuracy identical).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sub-pixel gap is therefore not caused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by missing positional information — one of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two candidate explanations eliminated by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single controlled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Each experiment either improved the model or eliminated a hypothesis; none was wasted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EFFICIENCY · WHAT “SPARSE” AND “DENSE”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Compute cost under identical conditions (RTX 4060, fp16, 384×1248)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10881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Dense output means the network computes flow for every pixel — 479,232 values for this input size — whether or not they are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needed. This is the only mode NeuFlow v2 has: its upsampler is a convolution that always produces the full map in one 37 ms pass.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Sparse output means computing flow only at N requested coordinates. Only v3 can do this: a 33 ms coarse pass shared by all queries,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then 1.6 ms per batch of up to ~2,000 points. The sparse values are not approximations — they equal the dense output exactly.</a:t>
            </a:r>
          </a:p>
        </p:txBody>
      </p:sp>
      <p:pic>
        <p:nvPicPr>
          <p:cNvPr id="5" name="Picture 4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52928"/>
            <a:ext cx="6903720" cy="2822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2971800"/>
            <a:ext cx="3749039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Reading the charts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Left: to get flow once, v2 dense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and v3 sparse cost the same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(~35 ms). v3 dense (327 ms) is an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evaluation mode, not a use case.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Right: once a pair is processed,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each further question costs v3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1.6 ms; v2 has no smaller unit of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work than the full 37 ms frame.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Video pipeline, 640×360 stream: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v3 sparse-800:  63.6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v2 dense:  60.3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v3 + motion boxes:  47.1 FPS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Parameters: 7.83 M (v3)</a:t>
            </a:r>
          </a:p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vs 9.03 M (v2).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v2 sells flow only by the full frame; v3 sells it by the question — at the same price for the first one and ~20× less for each after.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Querying in practice: sizes, API, and interactive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A query is one continuous (x, y) coordinate; sub-pixel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positions are valid inputs. N ranges from 1 to the full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frame (479,232 at 384×1248). Decode cost is flat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1.6 ms up to roughly 2,000 queries per call.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state = model.infer_coarse_state(img0, img1)   # once, 33 ms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flow  = model.decode_queries(state, query_coords=q)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Training configuration: batch size 4 (8 GB VRAM budget);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4,096 supervision queries per image, half placed at motion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boundaries; AdamW with a one-cycle schedule peaking at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Interactive tool (PyQt5, in the repository):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•  Click any pixel for its flow; grid, boundary-adaptive,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    and dense-overlay modes; CSV export.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•  Region window: drag a rectangle — flow computed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    only inside the selection.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•  Video and YouTube sources with frame stepping and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    real-time playback: live flow-based motion boxes at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    47 FPS (640×360), ego-motion compensated.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•  System-resources tab: live FPS, latency, GPU, VRAM,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Calibri"/>
              </a:rPr>
              <a:t>    CPU, RAM graphs — VRAM stays flat while interacting.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The same API serves a robot asking for 800 correspondences and a human inspecting one pixel.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Standing of the three stated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1 — exceed NeuFlow v2’s accuracy.  Met: 2.18 vs 2.32 px mean EPE (6% better) with mixed-dataset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training. Sub-pixel precision is within 1.2 points of v2 (76.4% vs 77.6%) and 3 px accuracy is at parity.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2 — lower compute, edge-viable.  Met for the intended workload: sparse answers arrive at v2’s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full-frame latency with 13% fewer parameters and ~2.2 GB inference VRAM; repeated queries are ~20×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cheaper than v2 recomputation. Dense-output mode remains slower and is explicitly out of scope.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Objective 3 — capability that v2 cannot express.  Delivered: continuous-coordinate queries, resolution-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A1A1A"/>
                </a:solidFill>
                <a:latin typeface="Calibri"/>
              </a:rPr>
              <a:t>independent output, exact sparse/dense agreement, and an interactive demonstration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All three objectives are met or within measurement noise; remaining work is validation breadth, not capability.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NEXT STEPS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Planned validation, and what it requires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Request 1 — HPC access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Spring benchmark provides ground truth at twice the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input resolution (1080p images, 4K flow). Evaluating there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tests above-input-resolution querying — a question 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fixed-resolution network cannot even accept. The dataset’s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working set (hundreds of GB) and batch-scale training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exceed the 8 GB laptop GPU this work has used so far.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With HPC access, in order: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Spring evaluation: v3 queried natively at 4K versus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v2 upsampled — the arbitrary-resolution claim, quantified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FlyingThings3D pretraining (the standard curriculum’s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second stage; 80 GB, batch 8–16)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Longer mixed training at larger crops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Request 2 — Field Robotics Lab survey data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lab’s SeaBED AUV and UAV survey programs produce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exactly the data this method serves: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Sequential seafloor transect imagery (50–75% overlap,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slow motion, fine texture) — registration and mosaicking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with sparse on-demand queries; the fine-motion regime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also stresses sub-pixel accuracy directly.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Nadir UAV survey sequences with GPS/IMU tags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georegistration provides quantitative pseudo ground truth.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•  Vehicle navigation (DVL/INS) and camera calibration —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reprojection-based flow ground truth on static scenes,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    no manual labeling.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The ask is consecutive frames plus navigation data,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A1A1A"/>
                </a:solidFill>
                <a:latin typeface="Calibri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Validation on public benchmarks is done on laptop hardware; both requests convert the method into thesis-scale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333333"/>
                </a:solidFill>
                <a:latin typeface="Calibri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1A1A"/>
                </a:solidFill>
                <a:latin typeface="Calibri"/>
              </a:rPr>
              <a:t>First-principles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is flow defined at non-integer coordinates?  Bilinear interpolation makes feature maps continuous functions of position;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an MLP composed with them is defined at every real (x, y). Integer pixels are the special case dense maps hard-code.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freeze the backbone?  Joint training is a moving-target problem requiring ~800K steps at InfiniDepth’s scale; at a 30K budget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the decoder diverges chasing shifting features (observed directly). Freezing also guarantees v2’s matching quality is inherited.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Is sparse output an approximation?  No. It is the same function evaluated at fewer points; agreement with dense output is exact.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did out-of-domain training beat in-domain training?  Mean EPE is dominated by the error tail. Diverse large motions train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tail robustness; five driving scenes train memorization. Joint training then combined both, as the mixed result shows.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What limits sub-pixel accuracy?  Not positional information — measured (PE ablation, null result). Remaining candidates: the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1/8-scale coarse flow bounds recoverable detail, and large-motion training never supervises sub-pixel discrimination.</a:t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0">
                <a:solidFill>
                  <a:srgbClr val="1A1A1A"/>
                </a:solidFill>
                <a:latin typeface="Calibri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333333"/>
                </a:solidFill>
                <a:latin typeface="Calibri"/>
              </a:rPr>
              <a:t>Takeaway   Full derivations and the complete question list: docs/NeuFlow_v3_Report.md, sections 5–6.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A8A8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