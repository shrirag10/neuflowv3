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A1A1A"/>
                </a:solidFill>
                <a:latin typeface="Georgia"/>
              </a:rPr>
              <a:t>NeuFlow 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0632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333333"/>
                </a:solidFill>
                <a:latin typeface="Georgia"/>
              </a:rPr>
              <a:t>Queryable optical flow for edge devices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Status update. NeuFlow v2 backbone (frozen) + an implicit decoder that answers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flow queries at arbitrary coordinates in O(N).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A8A8A"/>
                </a:solidFill>
                <a:latin typeface="Georgia"/>
              </a:rPr>
              <a:t>Shriman Raghav Srinivasan, MS Robotics, Northeastern University, Field Robotics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Why query optical flow?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Optical flow tells you where each pixel in frame t moves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to in frame t+1.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Current networks always output the full dense map, at a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fixed resolution. Many tasks never use most of it: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-  registration wants a few hundred correspondences at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    points it picks itself (corners, texture)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-  sparse tracking only needs flow at feature points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-  mosaicking needs matches in overlap regions, ideally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    at sub-pixel positions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On a small GPU, computing 479k values to use 800 of them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is the difference between real time and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150876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Idea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Keep everything in NeuFlow v2 that understands motion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(backbone, matching, refinement), frozen.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Swap only the last stage: instead of an upsampler that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always produces the full map, use a decoder that returns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flow at whatever coordinates you ask for.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Cost then scales with the number of queries, O(N),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instead of image area, O(HxW).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NeuFlow v2: what stays, frozen and untouched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3736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50" b="0">
                <a:solidFill>
                  <a:srgbClr val="1A1A1A"/>
                </a:solidFill>
                <a:latin typeface="Georgia"/>
              </a:rPr>
              <a:t>Image pair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06040" y="173736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50" b="0">
                <a:solidFill>
                  <a:srgbClr val="1A1A1A"/>
                </a:solidFill>
                <a:latin typeface="Georgia"/>
              </a:rPr>
              <a:t>CNN backbone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Georgia"/>
              </a:rPr>
              <a:t>(1/8, 1/16 features)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2040" y="173736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50" b="0">
                <a:solidFill>
                  <a:srgbClr val="1A1A1A"/>
                </a:solidFill>
                <a:latin typeface="Georgia"/>
              </a:rPr>
              <a:t>Cross-attention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Georgia"/>
              </a:rPr>
              <a:t>+ global matching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69480" y="173736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50" b="0">
                <a:solidFill>
                  <a:srgbClr val="1A1A1A"/>
                </a:solidFill>
                <a:latin typeface="Georgia"/>
              </a:rPr>
              <a:t>Refine x1 (1/16)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Georgia"/>
              </a:rPr>
              <a:t>Refine x8 (1/8)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173736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50" b="0">
                <a:solidFill>
                  <a:srgbClr val="1A1A1A"/>
                </a:solidFill>
                <a:latin typeface="Georgia"/>
              </a:rPr>
              <a:t>Coarse flow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Georgia"/>
              </a:rPr>
              <a:t>(1/8 resolution)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14600" y="2148840"/>
            <a:ext cx="91440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434840" y="2148840"/>
            <a:ext cx="457200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720840" y="2148840"/>
            <a:ext cx="548640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098280" y="2148840"/>
            <a:ext cx="548640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9260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A1A1A"/>
                </a:solidFill>
                <a:latin typeface="Georgia"/>
              </a:rPr>
              <a:t>Every block above is frozen in v3 -- identical weights, identical computation.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429000"/>
            <a:ext cx="10789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NeuFlow v2 (Zhang, Gupta, Jiang, Singh, arXiv:2408.10161) is a real-time flow network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built for edge devices: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1.  Shallow CNN, features at 1/8 and 1/16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2.  Cross-attention + global matching at 1/16 for the initial flow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3.  Light recurrent refinement: 1 iteration at 1/16, 8 at 1/8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4.  (v2 only) Learned convex upsampler: each output pixel is a blend of a 3x3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     neighborhood of the 1/8 flow -- this last step is what v3 replaces.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v2 alone: 9.03M parameters, 19.6 ms per frame pair (V100, 384x1248), 2.324 px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mean EPE on VKITTI2. Its structural limit: output resolution and cost are fixed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at design time -- no cheap way to ask a smaller question, no way to ask a finer one.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What v3 adds: a queryable decoder instead of the upsampler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A1A1A"/>
                </a:solidFill>
                <a:latin typeface="Georgia"/>
              </a:rPr>
              <a:t>Per query: sample features at (x, y), blend a bounded set of candidates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  <a:latin typeface="Consolas"/>
              </a:rPr>
              <a:t># ONCE per image pair (~16-17 ms, V100, 384x1248)</a:t>
            </a:r>
          </a:p>
          <a:p>
            <a:r>
              <a:rPr sz="1100">
                <a:solidFill>
                  <a:srgbClr val="1A1A1A"/>
                </a:solidFill>
                <a:latin typeface="Consolas"/>
              </a:rPr>
              <a:t>coarse_flow, features = v2_pipeline(img0, img1)      # frozen, unchanged</a:t>
            </a:r>
          </a:p>
          <a:p>
            <a:r>
              <a:rPr sz="1100">
                <a:solidFill>
                  <a:srgbClr val="1A1A1A"/>
                </a:solidFill>
                <a:latin typeface="Consolas"/>
              </a:rPr>
              <a:t/>
            </a:r>
          </a:p>
          <a:p>
            <a:r>
              <a:rPr sz="1100" b="1">
                <a:solidFill>
                  <a:srgbClr val="1A1A1A"/>
                </a:solidFill>
                <a:latin typeface="Consolas"/>
              </a:rPr>
              <a:t># PER QUERY BATCH (~2.6 ms for up to ~2,000 points)</a:t>
            </a:r>
          </a:p>
          <a:p>
            <a:r>
              <a:rPr sz="1100">
                <a:solidFill>
                  <a:srgbClr val="1A1A1A"/>
                </a:solidFill>
                <a:latin typeface="Consolas"/>
              </a:rPr>
              <a:t>for each query (x, y):                                # continuous coords</a:t>
            </a:r>
          </a:p>
          <a:p>
            <a:r>
              <a:rPr sz="1100">
                <a:solidFill>
                  <a:srgbClr val="1A1A1A"/>
                </a:solidFill>
                <a:latin typeface="Consolas"/>
              </a:rPr>
              <a:t>    feat = sample(features, x, y)                     # bilinear, 260-d</a:t>
            </a:r>
          </a:p>
          <a:p>
            <a:r>
              <a:rPr sz="1100">
                <a:solidFill>
                  <a:srgbClr val="1A1A1A"/>
                </a:solidFill>
                <a:latin typeface="Consolas"/>
              </a:rPr>
              <a:t>    weights, [b] = decoder_head(feat)                 # softmax + optional log-scale</a:t>
            </a:r>
          </a:p>
          <a:p>
            <a:r>
              <a:rPr sz="1100">
                <a:solidFill>
                  <a:srgbClr val="1A1A1A"/>
                </a:solidFill>
                <a:latin typeface="Consolas"/>
              </a:rPr>
              <a:t>    candidates = 3x3 coarse-flow window + bilinear value</a:t>
            </a:r>
          </a:p>
          <a:p>
            <a:r>
              <a:rPr sz="1100">
                <a:solidFill>
                  <a:srgbClr val="1A1A1A"/>
                </a:solidFill>
                <a:latin typeface="Consolas"/>
              </a:rPr>
              <a:t>    flow = sum(weights * candidates)                  # bounded convex blend</a:t>
            </a:r>
          </a:p>
          <a:p>
            <a:r>
              <a:rPr sz="1100">
                <a:solidFill>
                  <a:srgbClr val="1A1A1A"/>
                </a:solidFill>
                <a:latin typeface="Consolas"/>
              </a:rPr>
              <a:t>return flow, [b]                                       # b = predicted error (option 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789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The head outputs weights over a 3x3 neighborhood of the coarse flow plus a bilinear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candidate, softmax-blended -- bounded by construction, so it cannot hallucinate large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flow. Zero-initialized so an untrained decoder reproduces plain bilinear upsampling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exactly (verified: 2.476 px EPE at step 0, full validation set).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Two-pass API: infer_coarse_state() once per frame, decode_queries() per query batch.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Sparse output matches dense output at the same points exactly -- verified to 0.00 px.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v3 has fewer parameters than v2 (7.83M vs 9.03M) despite adding this capability.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The full training curriculum, in order</a:t>
            </a:r>
          </a:p>
        </p:txBody>
      </p:sp>
      <p:pic>
        <p:nvPicPr>
          <p:cNvPr id="4" name="Picture 3" descr="curriculum_e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11064240" cy="45375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12648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Every configuration tried, worst to best. Local runs (RTX 4060, batch 4) established the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recipe; HPC runs (Explorer cluster, batch 16, 100K steps) scaled it. big18 is the best full 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Precision: closing the sub-pixel gap</a:t>
            </a:r>
          </a:p>
        </p:txBody>
      </p:sp>
      <p:pic>
        <p:nvPicPr>
          <p:cNvPr id="4" name="Picture 3" descr="precis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152" y="1417320"/>
            <a:ext cx="7479792" cy="41166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3504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uncG (uncertainty head) is the first v3 checkpoint to beat v2 on 3px accuracy (90.02 vs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89.8) and nearly closes the 1px gap (77.51 vs 77.6 -- 0.09 points, within measurement noise).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Same scene, four checkpoints, all beating v2 on EPE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v2, EPE 2.324 (full set) / 2.111 (this scene)</a:t>
            </a:r>
          </a:p>
        </p:txBody>
      </p:sp>
      <p:pic>
        <p:nvPicPr>
          <p:cNvPr id="5" name="Picture 4" descr="scene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257800" cy="15910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v3 grandmix, EPE 2.166 (full set) / 2.077 (this scene)</a:t>
            </a:r>
          </a:p>
        </p:txBody>
      </p:sp>
      <p:pic>
        <p:nvPicPr>
          <p:cNvPr id="8" name="Picture 7" descr="scene_v3_grandm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3080"/>
            <a:ext cx="5257800" cy="15910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6364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v3 big18, EPE 2.072 (full set, best) / 2.089 (this scene)</a:t>
            </a:r>
          </a:p>
        </p:txBody>
      </p:sp>
      <p:pic>
        <p:nvPicPr>
          <p:cNvPr id="11" name="Picture 10" descr="scene_v3_big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913632"/>
            <a:ext cx="5257800" cy="159105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8580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v3 uncG, EPE 2.082 (full set) / 2.053 (this scene, best here)</a:t>
            </a:r>
          </a:p>
        </p:txBody>
      </p:sp>
      <p:pic>
        <p:nvPicPr>
          <p:cNvPr id="14" name="Picture 13" descr="scene_v3_unc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3913632"/>
            <a:ext cx="5257800" cy="1591056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26364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Batch 16, 100K steps, H200/V100 (Explorer cluster). All three HPC checkpoints beat v2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on mean EPE, on the full 1,174-pair validation set, not just this one scene.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Speed: the real deployment argument</a:t>
            </a:r>
          </a:p>
        </p:txBody>
      </p:sp>
      <p:pic>
        <p:nvPicPr>
          <p:cNvPr id="4" name="Picture 3" descr="speed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371600"/>
            <a:ext cx="6675120" cy="41295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62356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Measured on identical V100 hardware. The pitch is not "6% better EPE" -- it is that v2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pays the full 19.6 ms on every single call, while v3 pays a similar cost once per frame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and then answers follow-up queries on that same frame for ~2.6 ms 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Option G: a calibrated confidence signal v2 cannot express</a:t>
            </a:r>
          </a:p>
        </p:txBody>
      </p:sp>
      <p:pic>
        <p:nvPicPr>
          <p:cNvPr id="4" name="Picture 3" descr="calibr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1371600"/>
            <a:ext cx="7040880" cy="40954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62356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One extra decoder output, trained with a self-calibrating loss (|error|/b + 2 log b).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Bins by predicted b show mean REAL error rising monotonically from 0.22 to 7.38 px --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the confidence output is not noise. Also the first checkpoint to beat v2 on 3px accuracy.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Option A: refinement self-distillation</a:t>
            </a:r>
          </a:p>
        </p:txBody>
      </p:sp>
      <p:pic>
        <p:nvPicPr>
          <p:cNvPr id="4" name="Picture 3" descr="distill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371600"/>
            <a:ext cx="6675120" cy="41295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62356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The 8-iteration refinement loop is 59% of pipeline runtime; iterations 5-8 barely change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the answer. Retrained ONLY the refinement module (teacher = the model itself, no ground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truth) so 3 iterations approach 8-iteration quality at 3-iteration cost. Decoder untouched.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Querying in practice: sizes and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A query is one continuous (x, y) coordinate; sub-pixel positions are valid inputs. N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ranges from 1 (a single click) to the full frame (479,232 at 384x1248). Decode cost is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flat at ~2.6 ms per call for up to ~2,000 queries per call.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Training: batch size 4-16 depending on hardware; 4,096 supervision queries per image,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half placed at motion boundaries; AdamW with a one-cycle schedule peaking at 2e-4;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backbone frozen throughout every result on this deck except the distillation experiment.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1A1A"/>
                </a:solidFill>
                <a:latin typeface="Consolas"/>
              </a:rPr>
              <a:t>state = model.infer_coarse_state(img0, img1)     # once, ~17 ms</a:t>
            </a:r>
          </a:p>
          <a:p>
            <a:r>
              <a:rPr sz="1200">
                <a:solidFill>
                  <a:srgbClr val="1A1A1A"/>
                </a:solidFill>
                <a:latin typeface="Consolas"/>
              </a:rPr>
              <a:t>flow  = model.decode_queries(state, query_coords=q)   # q: [B, N, 2] -&gt; [B, N, 2]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The GUI</a:t>
            </a:r>
          </a:p>
        </p:txBody>
      </p:sp>
      <p:pic>
        <p:nvPicPr>
          <p:cNvPr id="4" name="Picture 3" descr="query_gui_self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54480"/>
            <a:ext cx="5212080" cy="3657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85800" y="1554480"/>
            <a:ext cx="5212080" cy="3657600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query_gui_mo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554480"/>
            <a:ext cx="5212080" cy="3657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263640" y="1554480"/>
            <a:ext cx="5212080" cy="3657600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34924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Adaptive queries over a dense overlay, with the magnitude legend.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534924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Playback with live motion detection, boxed from the coarse flow at zero extra decode cost.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9436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Georgia"/>
              </a:rPr>
              <a:t>A model selector switches between v3 and the v2 baseline in place: with v2 every interaction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Georgia"/>
              </a:rPr>
              <a:t>recomputes the full dense map; with v3 the same interactions reuse the cached coarse state.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Live run on public video, with measurements</a:t>
            </a:r>
          </a:p>
        </p:txBody>
      </p:sp>
      <p:pic>
        <p:nvPicPr>
          <p:cNvPr id="4" name="Picture 3" descr="yt_run_vie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54480"/>
            <a:ext cx="5760720" cy="32461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85800" y="1554480"/>
            <a:ext cx="5760720" cy="3246120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yt_run_resour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554480"/>
            <a:ext cx="4846320" cy="3246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20840" y="1554480"/>
            <a:ext cx="4846320" cy="3246120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98348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Forty consecutive frame pairs of a public YouTube highway video (640x360), processed live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in the GUI: mean 29.8 FPS end to end with motion boxes on moving vehicles. The resource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graphs were sampled during the same run; GPU memory stays flat because one cached backbone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state serves every interaction.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Where the three goals 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Goal 1, beat v2 accuracy.  Done, verified on the full validation set, batch-16/100K-step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HPC training: best EPE 2.07 vs v2 2.32 (11% better, big18). 3px accuracy now BEATS v2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(90.02 vs 89.8, uncG). 1px accuracy gap nearly closed (77.51 vs 77.6, uncG -- 0.09 points,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within noise).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Goal 2, less compute, edge-viable.  Done for the sparse workload, verified on identical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V100 hardware: first query on a new frame already at parity with v2 (19.1 vs 19.6 ms);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every additional query on the same frame costs ~7x less (2.6 ms vs 19.6 ms) since v2 has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no cached state to reuse.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Goal 3, do what v2 cannot.  Done: continuous-coordinate queries, output at any resolution,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sparse matches dense exactly, a working interactive tool, and a calibrated per-query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confidence signal (Pearson r=0.38 vs real error) that v2 cannot express at 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What is not yet proven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1px accuracy is close but not fully closed on every checkpoint (grandmix still trails v2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by 1.35 points; only uncG gets within noise).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The training-data confound is only partly resolved. grandmix (chairs+vkitti2+sintel) was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the fair-comparison attempt but scored slightly below big18 -- more data did not clearly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help at 100K steps, and the confound is not fully closed until v2 is retrained on the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exact same mixture, which has not been done.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The "auxiliary loss improves main accuracy" pattern seen in uncG is a single run, not a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repeated result -- could be seed noise.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All speed numbers are RTX 4060 / V100. No Jetson or embedded-device measurement exists yet.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Spring (1080p, the dataset motivating above-input-resolution querying) was truncated at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70,000 of 100,000 steps by the 8-hour job limit -- the score (2.080 EPE) is strong but the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run never reached its final LR anneal, and the actual 4K-resolution query test has not run.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Planned work and two requests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577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Immediate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-  Resubmit spring from step 70,000 with a fresh 8h clock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    to reach its full 100K steps.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-  Run the Spring 4K-ground-truth query test: only a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    queryable decoder can answer above input resolution;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    v2 structurally cannot.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-  Repeat the uncertainty-head run once to check whether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    its accuracy gain is real or seed noise.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-  Retrain v2 itself on the grand-mix data to fully close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    the training-data confound.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155448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Requests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Request 1 -- continued HPC access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The remaining runs above (spring resumption, v2 retraining, a repeat run) are all 6-8 hour jobs; done on the Explorer cluster so far.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Request 2 -- Field Robotics Lab survey data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1A"/>
                </a:solidFill>
                <a:latin typeface="Georgia"/>
              </a:rPr>
              <a:t>SeaBED AUV and UAV survey sequences (overlapping frames, slow motion, GPS/IMU tags) are exactly the data this method targets: sparse, on-demand correspondences at chosen points, not full dense flow over a whole seafloor mosaic.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Q&amp;A PREP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Questions I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Why is flow defined at non-integer coordinates?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The decoder bilinearly samples feature maps, so any real-valued (x, y) is a valid query --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the same mechanism that lets it decode above input resolution.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Is the 6-11% EPE improvement real, or a training-data confound?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Partly resolved: grandmix (chairs+vkitti2+sintel, closer to v2's own training mix) still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beats v2 by 7% on EPE. Not fully resolved: v2 has not been retrained on that exact mixture.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Why does the uncertainty head also seem to improve the main flow output?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Unconfirmed hypothesis: the auxiliary loss may regularize training. Single run; needs a repeat.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What happens with fast real-world motion at 60 FPS?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Track-maintain-replenish: propagate points via their own flow answers, drop points that fail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a forward-backward consistency check, replenish only in image regions that lost coverage.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Has this been tested on an actual edge device (Jetson)?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No. Every number in this deck is RTX 4060 or V100. That validation has not been done.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