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V3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speed on identical hardware (V100, verified 2026-07-26)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Georgia"/>
              </a:rPr>
              <a:t>v2 dense (V100): 19.6 ms per frame, every single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(grandmix / big18 / uncG): 16.2-16.5 ms coarse pass + 2.6-2.7 ms decode = 18.9-19.2 ms on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query of a new frame -- already at parity with v2, marginally faster.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Every ADDITIONAL query batch on that SAME frame costs only 2.6-2.7 ms. v2 has no equivalent: it must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re-run its full dense pass every time, always 19.6 ms, because it has no cached state to reuse.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That is a ~7x speedup per repeat query -- measured, not estimated, on the same GPU.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Decode cost is flat between 800 and 2048 queries (within 0.05 ms), confirming the O(N) design holds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 this range: fixed overhead dominates, not per-query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Georgia"/>
              </a:rPr>
              <a:t>The pitch is not "6% better EPE." It is: v2 pays full price on every call; v3 pays that price once</a:t>
            </a:r>
          </a:p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Georgia"/>
              </a:rPr>
              <a:t>per frame, then answers follow-up questions for a fraction of a millisecond 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 · HPC (VERIFIED 2026-07-26)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Three cluster-trained checkpoints, all beating v2 on EPE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2.324 (full set) / 2.111 (this scene)</a:t>
            </a:r>
          </a:p>
        </p:txBody>
      </p:sp>
      <p:pic>
        <p:nvPicPr>
          <p:cNvPr id="5" name="Picture 4" descr="scen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grandmix, EPE 2.166 (full set) / 2.077 (this scene)</a:t>
            </a:r>
          </a:p>
        </p:txBody>
      </p:sp>
      <p:pic>
        <p:nvPicPr>
          <p:cNvPr id="8" name="Picture 7" descr="scene_v3_grand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big18, EPE 2.072 (full set, best) / 2.089 (this scene)</a:t>
            </a:r>
          </a:p>
        </p:txBody>
      </p:sp>
      <p:pic>
        <p:nvPicPr>
          <p:cNvPr id="11" name="Picture 10" descr="scene_v3_bi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v3 uncG, EPE 2.082 (full set) / 2.053 (this scene, best here)</a:t>
            </a:r>
          </a:p>
        </p:txBody>
      </p:sp>
      <p:pic>
        <p:nvPicPr>
          <p:cNvPr id="14" name="Picture 13" descr="scene_v3_unc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Batch 16, 100K steps, H200/V100 (Explorer cluster). uncG (uncertainty head) is first to beat v2 on 3px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accuracy (90.02 vs 89.8) and nearly closes the 1px gap (77.51 vs 77.6). Calibration check: predicted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error scale correlates with real error (Pearson r=0.38), rising monotonically 0.22 -&gt; 7.38 px across 5 bins.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Done, verified on the full validation set, batch-16/100K-step HPC training: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best EPE 2.07 vs v2 2.32 (11% better, big18). 3px accuracy now BEATS v2 (90.02 vs 89.8, uncG).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1px accuracy gap nearly closed (77.51 vs 77.6, uncG -- 0.09 points, within noise).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workload, verified on identical V100 hardware: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first query on a new frame already at parity with v2 (19.1 vs 19.6 ms); every additional query on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same frame costs ~7x less (2.6 ms vs 19.6 ms) since v2 has no cached state to reuse.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a working interactive tool, and a calibrated per-query confidence signal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(uncertainty head, Pearson r=0.38 vs real error) that v2 cannot express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CURRENT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Algorithm updates in training now (no results yet)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Five experiments queued on the university cluster (H200 GPUs, batch 16, 100K steps). All numbers pending: nothing below is a result until evaluated on the full validation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Refinement self-distillation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9659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The 8-iteration refinement loop is 59% of runtime and iterations 5-8 barely change the answer. Retrain ONLY the refinement module so 3 iterations reproduce its own 8-iteration output (teacher = the frozen model itself, no ground truth). If it holds, v3 sparse goes from 30 to ~44 FPS with the decoder untouched.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07208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Uncertainty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807208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One extra decoder output per query: the predicted error scale b. Trained by a self-calibrating loss (underestimate error and the loss explodes, overestimate and the log-penalty bites). Gives RANSAC/SLAM consumers a per-point trust signal and makes query selection principled. No baseline network offers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48456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Scale-up at the deployment schedule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48456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The mixed-data recipe retrained at batch 16, 100K steps, at the exact iteration schedule used in deployment, removing a train/eval mismatch present in earlier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9704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Fair-comparison training (grand mix)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4489704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Adds Sintel to the mix to approach v2 training distribution: addresses the data confound in current v3-vs-v2 accuracy claims.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30952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Spring 1080p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533095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Prerequisite for the above-input-resolution evaluation (4K ground truth) that only a queryable decoder can take.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CURRENT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two mechanisms, as flowcharts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Refinement self-distillation (trains only the refine module)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Image 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060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Frozen model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8 iterations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6060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Trainable copy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3 iterations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Teacher coarse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38328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Student coarse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41605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L1 difference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= training loss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2331720"/>
            <a:ext cx="0" cy="27432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88920" y="2075688"/>
            <a:ext cx="1783080" cy="530352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37360" y="3108960"/>
            <a:ext cx="0" cy="27432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72000" y="3108960"/>
            <a:ext cx="0" cy="27432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37360" y="3886200"/>
            <a:ext cx="1005840" cy="27432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566160" y="3886200"/>
            <a:ext cx="1005840" cy="27432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9377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No labels needed: the model supervises itself. Only the refinement weights update; backbone, matching and decoder stay frozen, so nothing already validated is at risk.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417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Uncertainty head (one extra output channel)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219456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Query features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(fused, 260-d)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697480"/>
            <a:ext cx="2194560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>Head MLP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37744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10 blend weights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-&gt; flow (x, 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315468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1 scale channel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Georgia"/>
              </a:rPr>
              <a:t>-&gt; b = exp(s)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98079" y="2331720"/>
            <a:ext cx="0" cy="36576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595360" y="2624328"/>
            <a:ext cx="640080" cy="210312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595360" y="3063240"/>
            <a:ext cx="640080" cy="33832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3931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Training loss per query:   |error| / b  +  2 log b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A"/>
                </a:solidFill>
                <a:latin typeface="Georgia"/>
              </a:rPr>
              <a:t>If the head claims confidence (small b) and is wrong, the first term explodes; if it always claims ignorance (large b), the second term grows. The minimum is honest self-assessment: b learns to match the actual expected error. At initialization b = 1 px everywhere.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complete algorithm, as pseudocode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A1A1A"/>
                </a:solidFill>
                <a:latin typeface="Consolas"/>
              </a:rPr>
              <a:t># ONCE per image pair  (~23 ms at 384x1248, RTX 4060)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f8, f16, ctx     = backbone(I0, I1)              # frozen v2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flow_s16         = global_match(cross_attn(f16))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for k in 1..K16: flow_s16 += refine16(corr(flow_s16), ctx)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flow_s8 = up2x(flow_s16)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for k in 1..K8:  flow_s8  += refine8(corr(flow_s8), ctx)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state = {f8, f16, ctx, warp_map, flow_s8}         # cached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A1A1A"/>
                </a:solidFill>
                <a:latin typeface="Consolas"/>
              </a:rPr>
              <a:t># PER QUERY BATCH  (~1.6 ms for up to ~2,000 points)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for each query (x, y):                            # continuous coords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    feat   = sample(state, x, y)                  # bilinear, 260-d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    w[0..9], s = head(feat)                       # softmax weights + log-scale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    cand   = 3x3 coarse-flow neighborhood + bilinear value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    flow   = sum_i w[i] * cand[i]                 # bounded convex blend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    b      = exp(s)                               # predicted error, px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return flow[, b]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A1A1A"/>
                </a:solidFill>
                <a:latin typeface="Consolas"/>
              </a:rPr>
              <a:t># TRAINING (decoder only; backbone frozen)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queries ~ 50% at flow-gradient boundaries, 50% uniform (N=4096)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loss = sum_iters gamma^(T-t) * L1(flow_t, GT)     # gamma = 0.8</a:t>
            </a:r>
          </a:p>
          <a:p>
            <a:r>
              <a:rPr sz="1050">
                <a:solidFill>
                  <a:srgbClr val="1A1A1A"/>
                </a:solidFill>
                <a:latin typeface="Consolas"/>
              </a:rPr>
              <a:t>final iter with uncertainty:  |err|/b + 2 log b   # self-calibrating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