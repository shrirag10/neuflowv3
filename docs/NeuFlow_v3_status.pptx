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ground truth.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FlyingChairs only, evaluated on VKITTI2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Important: the images here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EVALUATION set (VKITTI2).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saw only synthetic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chairs, 22,232 pairs, no roads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or vehicles anywhere.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2.28 px EPE on VKITTI2 -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jointly, evaluated on VKITTI2 (best model)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had failed at 2.50 px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2.18 px EPE.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76.4% 1 px accuracy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89.6% 3 px accuracy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